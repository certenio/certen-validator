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PICTURE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systems, one escrow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5720" cy="1335024"/>
          </a:xfrm>
          <a:prstGeom prst="rect">
            <a:avLst/>
          </a:prstGeom>
          <a:solidFill>
            <a:srgbClr val="157F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373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157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02996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+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3090672"/>
            <a:ext cx="45720" cy="1335024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36499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365760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+ panel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4718304"/>
            <a:ext cx="45720" cy="1335024"/>
          </a:xfrm>
          <a:prstGeom prst="rect">
            <a:avLst/>
          </a:prstGeom>
          <a:solidFill>
            <a:srgbClr val="5B64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9926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5285232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record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47088" y="1463040"/>
            <a:ext cx="3088538" cy="1335024"/>
          </a:xfrm>
          <a:prstGeom prst="roundRect">
            <a:avLst>
              <a:gd name="adj" fmla="val 4795"/>
            </a:avLst>
          </a:prstGeom>
          <a:solidFill>
            <a:srgbClr val="E9F5EE"/>
          </a:solidFill>
          <a:ln w="12700">
            <a:solidFill>
              <a:srgbClr val="157F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48256" y="1737360"/>
            <a:ext cx="26862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7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Bryan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48256" y="2139696"/>
            <a:ext cx="26862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page-1 key, encrypted on his laptop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91658" y="1463040"/>
            <a:ext cx="3088538" cy="1335024"/>
          </a:xfrm>
          <a:prstGeom prst="roundRect">
            <a:avLst>
              <a:gd name="adj" fmla="val 4795"/>
            </a:avLst>
          </a:prstGeom>
          <a:solidFill>
            <a:srgbClr val="E9F5EE"/>
          </a:solidFill>
          <a:ln w="12700">
            <a:solidFill>
              <a:srgbClr val="157F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2826" y="1737360"/>
            <a:ext cx="26862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7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engine + signer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92826" y="2139696"/>
            <a:ext cx="26862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page-2 seat · his infra · his key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36229" y="1463040"/>
            <a:ext cx="3088538" cy="1335024"/>
          </a:xfrm>
          <a:prstGeom prst="roundRect">
            <a:avLst>
              <a:gd name="adj" fmla="val 4795"/>
            </a:avLst>
          </a:prstGeom>
          <a:solidFill>
            <a:srgbClr val="E9F5EE"/>
          </a:solidFill>
          <a:ln w="12700">
            <a:solidFill>
              <a:srgbClr val="157F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7397" y="1737360"/>
            <a:ext cx="26862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7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CARP agents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37397" y="2139696"/>
            <a:ext cx="26862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 →  certen_adi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47088" y="3090672"/>
            <a:ext cx="3088538" cy="1335024"/>
          </a:xfrm>
          <a:prstGeom prst="roundRect">
            <a:avLst>
              <a:gd name="adj" fmla="val 4795"/>
            </a:avLst>
          </a:prstGeom>
          <a:solidFill>
            <a:srgbClr val="EDF2FD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8256" y="3364992"/>
            <a:ext cx="26862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048256" y="3767328"/>
            <a:ext cx="26862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 in, proof out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91658" y="3090672"/>
            <a:ext cx="3088538" cy="1335024"/>
          </a:xfrm>
          <a:prstGeom prst="roundRect">
            <a:avLst>
              <a:gd name="adj" fmla="val 4795"/>
            </a:avLst>
          </a:prstGeom>
          <a:solidFill>
            <a:srgbClr val="EDF2FD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2826" y="3364992"/>
            <a:ext cx="26862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 fleet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92826" y="3767328"/>
            <a:ext cx="26862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nodes · quorum signs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36229" y="3090672"/>
            <a:ext cx="3088538" cy="1335024"/>
          </a:xfrm>
          <a:prstGeom prst="roundRect">
            <a:avLst>
              <a:gd name="adj" fmla="val 4795"/>
            </a:avLst>
          </a:prstGeom>
          <a:solidFill>
            <a:srgbClr val="EDF2FD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7397" y="3364992"/>
            <a:ext cx="26862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panel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737397" y="3767328"/>
            <a:ext cx="26862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book · page 1 / page 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47088" y="4718304"/>
            <a:ext cx="4760824" cy="1335024"/>
          </a:xfrm>
          <a:prstGeom prst="roundRect">
            <a:avLst>
              <a:gd name="adj" fmla="val 4795"/>
            </a:avLst>
          </a:prstGeom>
          <a:solidFill>
            <a:srgbClr val="F5F7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8256" y="4992624"/>
            <a:ext cx="435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Accumulate  ·  Kermit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048256" y="5394960"/>
            <a:ext cx="435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ADIs, key book, the pages themselves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63944" y="4718304"/>
            <a:ext cx="4760824" cy="1335024"/>
          </a:xfrm>
          <a:prstGeom prst="roundRect">
            <a:avLst>
              <a:gd name="adj" fmla="val 4795"/>
            </a:avLst>
          </a:prstGeom>
          <a:solidFill>
            <a:srgbClr val="F5F7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65112" y="4992624"/>
            <a:ext cx="435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Ethereum Sepolia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65112" y="5394960"/>
            <a:ext cx="435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escrobot — untouched, admin = the panel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91357" y="2834640"/>
            <a:ext cx="0" cy="21945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735928" y="2834640"/>
            <a:ext cx="0" cy="21945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080498" y="2834640"/>
            <a:ext cx="0" cy="21945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391357" y="4462272"/>
            <a:ext cx="0" cy="21945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080498" y="4462272"/>
            <a:ext cx="0" cy="21945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1847088" y="281635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intents + signatures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847088" y="4443984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proof, then execution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612648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CERTEN holds no seat on either page, and never touches your contract.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ESCROBOT × CERTEN  ·  LIVE ON ETHEREUM SEPOLIA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Admin Key Is Gone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2627300" cy="1207008"/>
          </a:xfrm>
          <a:prstGeom prst="roundRect">
            <a:avLst>
              <a:gd name="adj" fmla="val 5303"/>
            </a:avLst>
          </a:prstGeom>
          <a:solidFill>
            <a:srgbClr val="F5F7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64208"/>
            <a:ext cx="2261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escrow contract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103120"/>
            <a:ext cx="2261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157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UNTOUCHED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77108" y="1426464"/>
            <a:ext cx="2627300" cy="1207008"/>
          </a:xfrm>
          <a:prstGeom prst="roundRect">
            <a:avLst>
              <a:gd name="adj" fmla="val 5303"/>
            </a:avLst>
          </a:prstGeom>
          <a:solidFill>
            <a:srgbClr val="F5F7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9988" y="1664208"/>
            <a:ext cx="2261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forceResolve logic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59988" y="2103120"/>
            <a:ext cx="2261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157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UNTOUCHED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87288" y="1426464"/>
            <a:ext cx="2627300" cy="1207008"/>
          </a:xfrm>
          <a:prstGeom prst="roundRect">
            <a:avLst>
              <a:gd name="adj" fmla="val 5303"/>
            </a:avLst>
          </a:prstGeom>
          <a:solidFill>
            <a:srgbClr val="F5F7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0168" y="1664208"/>
            <a:ext cx="2261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isAdmin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70168" y="2103120"/>
            <a:ext cx="2261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157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UNTOUCHED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97467" y="1426464"/>
            <a:ext cx="2627300" cy="1207008"/>
          </a:xfrm>
          <a:prstGeom prst="roundRect">
            <a:avLst>
              <a:gd name="adj" fmla="val 5303"/>
            </a:avLst>
          </a:prstGeom>
          <a:solidFill>
            <a:srgbClr val="EDF2FD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0347" y="1664208"/>
            <a:ext cx="2261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admin address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80347" y="2103120"/>
            <a:ext cx="2261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311117" y="2688336"/>
            <a:ext cx="0" cy="45720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6928" y="3218688"/>
            <a:ext cx="11057839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218688"/>
            <a:ext cx="54864" cy="896112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218688"/>
            <a:ext cx="1050919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escrobot.admin()  =  0x895b28715FA81F6F4d6994cDda4e5323cC07F9f3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253664" y="4151376"/>
            <a:ext cx="0" cy="18288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38031" y="4151376"/>
            <a:ext cx="0" cy="18288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66928" y="4389120"/>
            <a:ext cx="5373472" cy="1225296"/>
          </a:xfrm>
          <a:prstGeom prst="roundRect">
            <a:avLst>
              <a:gd name="adj" fmla="val 5224"/>
            </a:avLst>
          </a:prstGeom>
          <a:solidFill>
            <a:srgbClr val="EDF2FD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9194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654400" y="491947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only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51296" y="4389120"/>
            <a:ext cx="5373472" cy="1225296"/>
          </a:xfrm>
          <a:prstGeom prst="roundRect">
            <a:avLst>
              <a:gd name="adj" fmla="val 5224"/>
            </a:avLst>
          </a:prstGeom>
          <a:solidFill>
            <a:srgbClr val="F5F7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7328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07328" y="4919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+ policy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338767" y="491947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 settlement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581558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address. Two levels of authority.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 below. You above.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682496"/>
            <a:ext cx="64008" cy="4096512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acc://panel.acme/book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86384" y="1682496"/>
            <a:ext cx="6858000" cy="1691640"/>
          </a:xfrm>
          <a:prstGeom prst="roundRect">
            <a:avLst>
              <a:gd name="adj" fmla="val 3784"/>
            </a:avLst>
          </a:prstGeom>
          <a:solidFill>
            <a:srgbClr val="EDF2FD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01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2848" y="1865376"/>
            <a:ext cx="1463040" cy="292608"/>
          </a:xfrm>
          <a:prstGeom prst="roundRect">
            <a:avLst>
              <a:gd name="adj" fmla="val 15625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18653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HIGHER PRIORITY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237744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60704" y="29809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1-of-1  ·  escalation only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6384" y="4087368"/>
            <a:ext cx="6858000" cy="1691640"/>
          </a:xfrm>
          <a:prstGeom prst="roundRect">
            <a:avLst>
              <a:gd name="adj" fmla="val 3784"/>
            </a:avLst>
          </a:prstGeom>
          <a:solidFill>
            <a:srgbClr val="F5F7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4306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12848" y="4270248"/>
            <a:ext cx="146304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2848" y="42702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PRIORITY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60704" y="478231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+ policy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60704" y="5385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2-of-2  ·  routine settlement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84064" y="3502152"/>
            <a:ext cx="0" cy="521208"/>
          </a:xfrm>
          <a:prstGeom prst="line">
            <a:avLst/>
          </a:prstGeom>
          <a:noFill/>
          <a:ln w="25400">
            <a:solidFill>
              <a:srgbClr val="157F4A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212080" y="3611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7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rewrites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12864" y="3502152"/>
            <a:ext cx="0" cy="521208"/>
          </a:xfrm>
          <a:prstGeom prst="line">
            <a:avLst/>
          </a:prstGeom>
          <a:noFill/>
          <a:ln w="25400">
            <a:solidFill>
              <a:srgbClr val="B42318"/>
            </a:solidFill>
            <a:prstDash val="dash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5541264" y="361188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01584" y="1773936"/>
            <a:ext cx="45720" cy="969264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4464" y="1773936"/>
            <a:ext cx="33403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Either page acts alone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84464" y="2121408"/>
            <a:ext cx="3340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authority sits at book level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01584" y="3255264"/>
            <a:ext cx="45720" cy="969264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3255264"/>
            <a:ext cx="33403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runs one way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84464" y="3602736"/>
            <a:ext cx="3340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equal-or-higher may modify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01584" y="4736592"/>
            <a:ext cx="45720" cy="969264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84464" y="4736592"/>
            <a:ext cx="33403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bad seat is replaceable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84464" y="5084064"/>
            <a:ext cx="3340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 never replace you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6163056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are never in the routine path.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 — settled without you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2134953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10512"/>
            <a:ext cx="17691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231136"/>
            <a:ext cx="17691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29897" y="2185416"/>
            <a:ext cx="38404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41961" y="1499616"/>
            <a:ext cx="2732740" cy="1371600"/>
          </a:xfrm>
          <a:prstGeom prst="roundRect">
            <a:avLst>
              <a:gd name="adj" fmla="val 4667"/>
            </a:avLst>
          </a:prstGeom>
          <a:solidFill>
            <a:srgbClr val="EDF2FD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4841" y="1810512"/>
            <a:ext cx="2366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policy engine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4841" y="2231136"/>
            <a:ext cx="23669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rules · its own key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2717" y="2185416"/>
            <a:ext cx="38404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14781" y="1499616"/>
            <a:ext cx="2134953" cy="1371600"/>
          </a:xfrm>
          <a:prstGeom prst="roundRect">
            <a:avLst>
              <a:gd name="adj" fmla="val 4667"/>
            </a:avLst>
          </a:prstGeom>
          <a:solidFill>
            <a:srgbClr val="E9F5EE"/>
          </a:solidFill>
          <a:ln w="12700">
            <a:solidFill>
              <a:srgbClr val="157F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7661" y="1810512"/>
            <a:ext cx="17691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7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97661" y="2231136"/>
            <a:ext cx="17691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2-of-2 satisfied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7750" y="2185416"/>
            <a:ext cx="38404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89814" y="1499616"/>
            <a:ext cx="2134953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72694" y="1810512"/>
            <a:ext cx="17691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escrobot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72694" y="2231136"/>
            <a:ext cx="17691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5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438144"/>
            <a:ext cx="3527450" cy="2121408"/>
          </a:xfrm>
          <a:prstGeom prst="roundRect">
            <a:avLst>
              <a:gd name="adj" fmla="val 3017"/>
            </a:avLst>
          </a:prstGeom>
          <a:solidFill>
            <a:srgbClr val="E9F5EE"/>
          </a:solidFill>
          <a:ln w="12700">
            <a:solidFill>
              <a:srgbClr val="157F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65760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157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6384" y="4096512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7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86384" y="4736592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Settles. You are never told.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32122" y="3438144"/>
            <a:ext cx="3527450" cy="2121408"/>
          </a:xfrm>
          <a:prstGeom prst="roundRect">
            <a:avLst>
              <a:gd name="adj" fmla="val 3017"/>
            </a:avLst>
          </a:prstGeom>
          <a:solidFill>
            <a:srgbClr val="FDF4E6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1578" y="365760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POLICY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51578" y="4096512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51578" y="4736592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Stops. Comes to you.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97317" y="3438144"/>
            <a:ext cx="3527450" cy="2121408"/>
          </a:xfrm>
          <a:prstGeom prst="roundRect">
            <a:avLst>
              <a:gd name="adj" fmla="val 3017"/>
            </a:avLst>
          </a:prstGeom>
          <a:solidFill>
            <a:srgbClr val="FCEDEB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16773" y="365760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B423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OFFLINE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16773" y="4096512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answer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16773" y="4736592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Stops. Silence is not consent.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66928" y="6199632"/>
            <a:ext cx="11057839" cy="402336"/>
          </a:xfrm>
          <a:prstGeom prst="roundRect">
            <a:avLst>
              <a:gd name="adj" fmla="val 113636"/>
            </a:avLst>
          </a:prstGeom>
          <a:solidFill>
            <a:srgbClr val="EDF2FD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6199632"/>
            <a:ext cx="104726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LIVE   ·   0x7ba2eab4…  →  status 5, signed by agent + policy, both on page 2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II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— the only time you appear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5208880" cy="2048256"/>
          </a:xfrm>
          <a:prstGeom prst="roundRect">
            <a:avLst>
              <a:gd name="adj" fmla="val 3125"/>
            </a:avLst>
          </a:prstGeom>
          <a:solidFill>
            <a:srgbClr val="F5F7FA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04672" y="1700784"/>
            <a:ext cx="473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2  ·  NEEDS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04672" y="2121408"/>
            <a:ext cx="2266112" cy="731520"/>
          </a:xfrm>
          <a:prstGeom prst="roundRect">
            <a:avLst>
              <a:gd name="adj" fmla="val 8750"/>
            </a:avLst>
          </a:prstGeom>
          <a:solidFill>
            <a:srgbClr val="EDF2FD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121408"/>
            <a:ext cx="226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 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08528" y="2121408"/>
            <a:ext cx="2266112" cy="731520"/>
          </a:xfrm>
          <a:prstGeom prst="roundRect">
            <a:avLst>
              <a:gd name="adj" fmla="val 8750"/>
            </a:avLst>
          </a:prstGeom>
          <a:ln w="12700">
            <a:solidFill>
              <a:srgbClr val="9AA2B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308528" y="2121408"/>
            <a:ext cx="226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 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99232"/>
            <a:ext cx="473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 of two. Nothing happens.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85536" y="2523744"/>
            <a:ext cx="420624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15888" y="1499616"/>
            <a:ext cx="5208880" cy="2048256"/>
          </a:xfrm>
          <a:prstGeom prst="roundRect">
            <a:avLst>
              <a:gd name="adj" fmla="val 3125"/>
            </a:avLst>
          </a:prstGeom>
          <a:solidFill>
            <a:srgbClr val="EDF2FD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3632" y="1700784"/>
            <a:ext cx="473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1  ·  NEEDS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53632" y="2121408"/>
            <a:ext cx="2266112" cy="731520"/>
          </a:xfrm>
          <a:prstGeom prst="roundRect">
            <a:avLst>
              <a:gd name="adj" fmla="val 875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3632" y="2121408"/>
            <a:ext cx="226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 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57487" y="2121408"/>
            <a:ext cx="226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satisfies the book alone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53632" y="2999232"/>
            <a:ext cx="473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signature. Status 5.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4023360"/>
            <a:ext cx="5208880" cy="969264"/>
          </a:xfrm>
          <a:prstGeom prst="roundRect">
            <a:avLst>
              <a:gd name="adj" fmla="val 6604"/>
            </a:avLst>
          </a:prstGeom>
          <a:solidFill>
            <a:srgbClr val="F5F7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224528"/>
            <a:ext cx="473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certen-approve list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" y="4608576"/>
            <a:ext cx="473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waiting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15888" y="4023360"/>
            <a:ext cx="5208880" cy="969264"/>
          </a:xfrm>
          <a:prstGeom prst="roundRect">
            <a:avLst>
              <a:gd name="adj" fmla="val 6604"/>
            </a:avLst>
          </a:prstGeom>
          <a:solidFill>
            <a:srgbClr val="F5F7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3632" y="4224528"/>
            <a:ext cx="473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certen-approve sign &lt;tx&gt;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53632" y="4608576"/>
            <a:ext cx="473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key, your passphrase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303520"/>
            <a:ext cx="11057839" cy="621792"/>
          </a:xfrm>
          <a:prstGeom prst="roundRect">
            <a:avLst>
              <a:gd name="adj" fmla="val 10294"/>
            </a:avLst>
          </a:prstGeom>
          <a:solidFill>
            <a:srgbClr val="E9F5EE"/>
          </a:solidFill>
          <a:ln w="12700">
            <a:solidFill>
              <a:srgbClr val="157F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303520"/>
            <a:ext cx="105091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7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at rest. No daemon holds it — nothing signs for you while you are away.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6199632"/>
            <a:ext cx="11057839" cy="402336"/>
          </a:xfrm>
          <a:prstGeom prst="roundRect">
            <a:avLst>
              <a:gd name="adj" fmla="val 113636"/>
            </a:avLst>
          </a:prstGeom>
          <a:solidFill>
            <a:srgbClr val="EDF2FD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6199632"/>
            <a:ext cx="104726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LIVE   ·   0xf62eefea…  →  status 5.  Record: you on book/1, agent on book/2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is — and what it isn’t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5346040" cy="2889504"/>
          </a:xfrm>
          <a:prstGeom prst="roundRect">
            <a:avLst>
              <a:gd name="adj" fmla="val 2215"/>
            </a:avLst>
          </a:prstGeom>
          <a:solidFill>
            <a:srgbClr val="E9F5EE"/>
          </a:solidFill>
          <a:ln w="12700">
            <a:solidFill>
              <a:srgbClr val="157F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57F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103120"/>
            <a:ext cx="479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350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on Sepolia, panel as admin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350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 settled by seats you control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350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by a key only you hold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350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policy engine that fails closed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350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membership recoverable from above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350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re-checkable on Etherscan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99616"/>
            <a:ext cx="5346040" cy="2889504"/>
          </a:xfrm>
          <a:prstGeom prst="roundRect">
            <a:avLst>
              <a:gd name="adj" fmla="val 2215"/>
            </a:avLst>
          </a:prstGeom>
          <a:solidFill>
            <a:srgbClr val="F5F7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ISN’T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2103120"/>
            <a:ext cx="479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×"/>
            </a:pPr>
            <a:r>
              <a:rPr lang="en-US" sz="13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mainnet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×"/>
            </a:pPr>
            <a:r>
              <a:rPr lang="en-US" sz="13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change to your contract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×"/>
            </a:pPr>
            <a:r>
              <a:rPr lang="en-US" sz="13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fee path — conservation still holds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×"/>
            </a:pPr>
            <a:r>
              <a:rPr lang="en-US" sz="13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cut for your agent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773168"/>
            <a:ext cx="11057839" cy="1371600"/>
          </a:xfrm>
          <a:prstGeom prst="roundRect">
            <a:avLst>
              <a:gd name="adj" fmla="val 4667"/>
            </a:avLst>
          </a:prstGeom>
          <a:solidFill>
            <a:srgbClr val="EDF2FD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4773168"/>
            <a:ext cx="54864" cy="1371600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4974336"/>
            <a:ext cx="104360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PROPERTY TO WEIGH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77824" y="5303520"/>
            <a:ext cx="10436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16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compromised seats on page 2 could settle without you.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824" y="5687568"/>
            <a:ext cx="10436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Guards: your policy rules, and your power to rewrite page 2.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Admin Key Is Gone — escrobot x CERTEN</dc:title>
  <dc:subject>PptxGenJS Presentation</dc:subject>
  <dc:creator>CERTEN</dc:creator>
  <cp:lastModifiedBy>CERTEN</cp:lastModifiedBy>
  <cp:revision>1</cp:revision>
  <dcterms:created xsi:type="dcterms:W3CDTF">2026-07-29T14:48:19Z</dcterms:created>
  <dcterms:modified xsi:type="dcterms:W3CDTF">2026-07-29T14:48:19Z</dcterms:modified>
</cp:coreProperties>
</file>